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59" r:id="rId12"/>
    <p:sldId id="268" r:id="rId13"/>
    <p:sldId id="267"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01" y="-77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0AC1CBA-0636-4477-80AF-EC74F1399A70}"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AC1CBA-0636-4477-80AF-EC74F1399A70}"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A0AC1CBA-0636-4477-80AF-EC74F1399A70}"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0AC1CBA-0636-4477-80AF-EC74F1399A70}" type="datetimeFigureOut">
              <a:rPr lang="en-IN" smtClean="0"/>
              <a:t>24-05-2026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EBFF65-8FE9-4646-8621-26900380FBF1}"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0AC1CBA-0636-4477-80AF-EC74F1399A70}" type="datetimeFigureOut">
              <a:rPr lang="en-IN" smtClean="0"/>
              <a:t>24-05-2026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0AC1CBA-0636-4477-80AF-EC74F1399A70}" type="datetimeFigureOut">
              <a:rPr lang="en-IN" smtClean="0"/>
              <a:t>24-05-2026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AC1CBA-0636-4477-80AF-EC74F1399A70}" type="datetimeFigureOut">
              <a:rPr lang="en-IN" smtClean="0"/>
              <a:t>24-05-2026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A0AC1CBA-0636-4477-80AF-EC74F1399A70}" type="datetimeFigureOut">
              <a:rPr lang="en-IN" smtClean="0"/>
              <a:t>24-05-2026</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2AEBFF65-8FE9-4646-8621-26900380FBF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AC1CBA-0636-4477-80AF-EC74F1399A70}" type="datetimeFigureOut">
              <a:rPr lang="en-IN" smtClean="0"/>
              <a:t>24-05-2026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AC1CBA-0636-4477-80AF-EC74F1399A70}"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AC1CBA-0636-4477-80AF-EC74F1399A70}"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EBFF65-8FE9-4646-8621-26900380FBF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A0AC1CBA-0636-4477-80AF-EC74F1399A70}" type="datetimeFigureOut">
              <a:rPr lang="en-IN" smtClean="0"/>
              <a:t>24-05-2026</a:t>
            </a:fld>
            <a:endParaRPr lang="en-IN"/>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IN"/>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2AEBFF65-8FE9-4646-8621-26900380FBF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88640"/>
            <a:ext cx="7772400" cy="1470025"/>
          </a:xfrm>
        </p:spPr>
        <p:txBody>
          <a:bodyPr>
            <a:normAutofit fontScale="90000"/>
          </a:bodyPr>
          <a:lstStyle/>
          <a:p>
            <a:r>
              <a:rPr lang="en-US" dirty="0" smtClean="0"/>
              <a:t/>
            </a:r>
            <a:br>
              <a:rPr lang="en-US" dirty="0" smtClean="0"/>
            </a:br>
            <a:r>
              <a:rPr lang="en-US" b="1" dirty="0" smtClean="0"/>
              <a:t>🏠 PROPERTY PRICE PREDICTION USING MACHINE LEARNING</a:t>
            </a: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089" y="2420888"/>
            <a:ext cx="4324954" cy="3210373"/>
          </a:xfrm>
          <a:prstGeom prst="rect">
            <a:avLst/>
          </a:prstGeom>
        </p:spPr>
      </p:pic>
    </p:spTree>
    <p:extLst>
      <p:ext uri="{BB962C8B-B14F-4D97-AF65-F5344CB8AC3E}">
        <p14:creationId xmlns:p14="http://schemas.microsoft.com/office/powerpoint/2010/main" val="1545282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a:bodyPr>
          <a:lstStyle/>
          <a:p>
            <a:r>
              <a:rPr lang="en-US" dirty="0" smtClean="0"/>
              <a:t>The real estate industry depends heavily on property pricing for buying, selling, and investment decisions. Predicting property prices manually can be difficult because prices depend on multiple factors such as location, area, number of rooms, and property type.</a:t>
            </a:r>
          </a:p>
          <a:p>
            <a:r>
              <a:rPr lang="en-US" dirty="0" smtClean="0"/>
              <a:t>Machine Learning provides a smart solution by analyzing historical property data and predicting prices accurately.</a:t>
            </a:r>
          </a:p>
          <a:p>
            <a:r>
              <a:rPr lang="en-US" dirty="0" smtClean="0"/>
              <a:t>This project focuses on building a machine learning model that predicts property prices and provides real-time predictions through a Streamlit web application.</a:t>
            </a:r>
          </a:p>
          <a:p>
            <a:endParaRPr lang="en-IN" dirty="0"/>
          </a:p>
        </p:txBody>
      </p:sp>
    </p:spTree>
    <p:extLst>
      <p:ext uri="{BB962C8B-B14F-4D97-AF65-F5344CB8AC3E}">
        <p14:creationId xmlns:p14="http://schemas.microsoft.com/office/powerpoint/2010/main" val="276854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60648"/>
            <a:ext cx="7772400" cy="1470025"/>
          </a:xfrm>
        </p:spPr>
        <p:txBody>
          <a:bodyPr/>
          <a:lstStyle/>
          <a:p>
            <a:r>
              <a:rPr lang="en-IN" dirty="0" smtClean="0"/>
              <a:t>PROBLEM STATEMENT</a:t>
            </a:r>
            <a:endParaRPr lang="en-IN" dirty="0"/>
          </a:p>
        </p:txBody>
      </p:sp>
      <p:sp>
        <p:nvSpPr>
          <p:cNvPr id="3" name="Subtitle 2"/>
          <p:cNvSpPr>
            <a:spLocks noGrp="1"/>
          </p:cNvSpPr>
          <p:nvPr>
            <p:ph type="subTitle" idx="1"/>
          </p:nvPr>
        </p:nvSpPr>
        <p:spPr>
          <a:xfrm flipV="1">
            <a:off x="1763688" y="9117632"/>
            <a:ext cx="2664296" cy="1800200"/>
          </a:xfrm>
        </p:spPr>
        <p:txBody>
          <a:bodyPr>
            <a:noAutofit/>
          </a:bodyPr>
          <a:lstStyle/>
          <a:p>
            <a:endParaRPr lang="en-IN" sz="4000" b="1" dirty="0"/>
          </a:p>
        </p:txBody>
      </p:sp>
      <p:sp>
        <p:nvSpPr>
          <p:cNvPr id="4" name="Rectangle 3"/>
          <p:cNvSpPr/>
          <p:nvPr/>
        </p:nvSpPr>
        <p:spPr>
          <a:xfrm>
            <a:off x="1547664" y="1703342"/>
            <a:ext cx="6499654" cy="646331"/>
          </a:xfrm>
          <a:prstGeom prst="rect">
            <a:avLst/>
          </a:prstGeom>
        </p:spPr>
        <p:txBody>
          <a:bodyPr wrap="square">
            <a:spAutoFit/>
          </a:bodyPr>
          <a:lstStyle/>
          <a:p>
            <a:r>
              <a:rPr lang="en-US" dirty="0" smtClean="0"/>
              <a:t>Property buyers and sellers often face challenges in determining the correct market value of properties</a:t>
            </a:r>
            <a:endParaRPr lang="en-IN" dirty="0"/>
          </a:p>
        </p:txBody>
      </p:sp>
    </p:spTree>
    <p:extLst>
      <p:ext uri="{BB962C8B-B14F-4D97-AF65-F5344CB8AC3E}">
        <p14:creationId xmlns:p14="http://schemas.microsoft.com/office/powerpoint/2010/main" val="396740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prstGeom prst="rect">
            <a:avLst/>
          </a:prstGeom>
        </p:spPr>
        <p:txBody>
          <a:bodyPr wrap="none">
            <a:spAutoFit/>
          </a:bodyPr>
          <a:lstStyle/>
          <a:p>
            <a:r>
              <a:rPr lang="en-IN" dirty="0" smtClean="0"/>
              <a:t>OBJECTIVES</a:t>
            </a:r>
            <a:endParaRPr lang="en-IN" dirty="0"/>
          </a:p>
        </p:txBody>
      </p:sp>
      <p:sp>
        <p:nvSpPr>
          <p:cNvPr id="3" name="Content Placeholder 2"/>
          <p:cNvSpPr>
            <a:spLocks noGrp="1"/>
          </p:cNvSpPr>
          <p:nvPr>
            <p:ph idx="1"/>
          </p:nvPr>
        </p:nvSpPr>
        <p:spPr/>
        <p:txBody>
          <a:bodyPr/>
          <a:lstStyle/>
          <a:p>
            <a:r>
              <a:rPr lang="en-US" dirty="0" smtClean="0"/>
              <a:t>Analyze real estate datasets</a:t>
            </a:r>
          </a:p>
          <a:p>
            <a:r>
              <a:rPr lang="en-US" dirty="0" smtClean="0"/>
              <a:t> Identify important price influencing factors</a:t>
            </a:r>
          </a:p>
          <a:p>
            <a:r>
              <a:rPr lang="en-US" dirty="0" smtClean="0"/>
              <a:t> Perform data preprocessing</a:t>
            </a:r>
          </a:p>
          <a:p>
            <a:r>
              <a:rPr lang="en-US" dirty="0" smtClean="0"/>
              <a:t> Train machine learning models</a:t>
            </a:r>
          </a:p>
          <a:p>
            <a:r>
              <a:rPr lang="en-US" dirty="0" smtClean="0"/>
              <a:t> Predict property prices accurately</a:t>
            </a:r>
          </a:p>
          <a:p>
            <a:r>
              <a:rPr lang="en-US" dirty="0" smtClean="0"/>
              <a:t> Build an interactive Streamlit application</a:t>
            </a:r>
            <a:endParaRPr lang="en-IN" dirty="0"/>
          </a:p>
        </p:txBody>
      </p:sp>
    </p:spTree>
    <p:extLst>
      <p:ext uri="{BB962C8B-B14F-4D97-AF65-F5344CB8AC3E}">
        <p14:creationId xmlns:p14="http://schemas.microsoft.com/office/powerpoint/2010/main" val="4197042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DATASET INFORMATION</a:t>
            </a:r>
            <a:endParaRPr lang="en-IN" dirty="0"/>
          </a:p>
        </p:txBody>
      </p:sp>
      <p:sp>
        <p:nvSpPr>
          <p:cNvPr id="3" name="Content Placeholder 2"/>
          <p:cNvSpPr>
            <a:spLocks noGrp="1"/>
          </p:cNvSpPr>
          <p:nvPr>
            <p:ph idx="1"/>
          </p:nvPr>
        </p:nvSpPr>
        <p:spPr/>
        <p:txBody>
          <a:bodyPr>
            <a:normAutofit/>
          </a:bodyPr>
          <a:lstStyle/>
          <a:p>
            <a:r>
              <a:rPr lang="en-US" dirty="0" smtClean="0"/>
              <a:t>Property Type</a:t>
            </a:r>
          </a:p>
          <a:p>
            <a:r>
              <a:rPr lang="en-US" dirty="0" smtClean="0"/>
              <a:t> Area Size </a:t>
            </a:r>
          </a:p>
          <a:p>
            <a:r>
              <a:rPr lang="en-US" dirty="0" smtClean="0"/>
              <a:t>Number of Bedrooms</a:t>
            </a:r>
          </a:p>
          <a:p>
            <a:r>
              <a:rPr lang="en-US" dirty="0" smtClean="0"/>
              <a:t> Number of Bathrooms</a:t>
            </a:r>
          </a:p>
          <a:p>
            <a:r>
              <a:rPr lang="en-US" dirty="0" smtClean="0"/>
              <a:t> Parking Availability</a:t>
            </a:r>
          </a:p>
          <a:p>
            <a:r>
              <a:rPr lang="en-US" dirty="0" smtClean="0"/>
              <a:t> Furnishing Status</a:t>
            </a:r>
          </a:p>
          <a:p>
            <a:r>
              <a:rPr lang="en-US" dirty="0" smtClean="0"/>
              <a:t> Location </a:t>
            </a:r>
          </a:p>
          <a:p>
            <a:r>
              <a:rPr lang="en-US" dirty="0" smtClean="0"/>
              <a:t>Property Price</a:t>
            </a:r>
            <a:endParaRPr lang="en-IN" dirty="0"/>
          </a:p>
        </p:txBody>
      </p:sp>
    </p:spTree>
    <p:extLst>
      <p:ext uri="{BB962C8B-B14F-4D97-AF65-F5344CB8AC3E}">
        <p14:creationId xmlns:p14="http://schemas.microsoft.com/office/powerpoint/2010/main" val="1124141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TECHNOLOGIES USED</a:t>
            </a:r>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576" y="1484784"/>
            <a:ext cx="7537727" cy="4392488"/>
          </a:xfrm>
        </p:spPr>
      </p:pic>
    </p:spTree>
    <p:extLst>
      <p:ext uri="{BB962C8B-B14F-4D97-AF65-F5344CB8AC3E}">
        <p14:creationId xmlns:p14="http://schemas.microsoft.com/office/powerpoint/2010/main" val="2229100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476672"/>
            <a:ext cx="7643192" cy="724942"/>
          </a:xfrm>
        </p:spPr>
        <p:txBody>
          <a:bodyPr>
            <a:normAutofit fontScale="90000"/>
          </a:bodyPr>
          <a:lstStyle/>
          <a:p>
            <a:r>
              <a:rPr lang="en-IN" b="1" dirty="0" smtClean="0"/>
              <a:t>DATA PREPROCESSING</a:t>
            </a:r>
            <a:br>
              <a:rPr lang="en-IN" b="1" dirty="0" smtClean="0"/>
            </a:br>
            <a:endParaRPr lang="en-IN" dirty="0"/>
          </a:p>
        </p:txBody>
      </p:sp>
      <p:sp>
        <p:nvSpPr>
          <p:cNvPr id="3" name="Content Placeholder 2"/>
          <p:cNvSpPr>
            <a:spLocks noGrp="1"/>
          </p:cNvSpPr>
          <p:nvPr>
            <p:ph idx="1"/>
          </p:nvPr>
        </p:nvSpPr>
        <p:spPr>
          <a:xfrm>
            <a:off x="323528" y="1600200"/>
            <a:ext cx="8229600" cy="4525963"/>
          </a:xfrm>
        </p:spPr>
        <p:txBody>
          <a:bodyPr>
            <a:normAutofit/>
          </a:bodyPr>
          <a:lstStyle/>
          <a:p>
            <a:r>
              <a:rPr lang="en-IN" dirty="0" smtClean="0"/>
              <a:t>✅ Handling Missing Values</a:t>
            </a:r>
            <a:br>
              <a:rPr lang="en-IN" dirty="0" smtClean="0"/>
            </a:br>
            <a:r>
              <a:rPr lang="en-IN" dirty="0" smtClean="0"/>
              <a:t>✅ Removing Duplicate Records</a:t>
            </a:r>
            <a:br>
              <a:rPr lang="en-IN" dirty="0" smtClean="0"/>
            </a:br>
            <a:r>
              <a:rPr lang="en-IN" dirty="0" smtClean="0"/>
              <a:t>✅ Encoding Categorical Data</a:t>
            </a:r>
            <a:br>
              <a:rPr lang="en-IN" dirty="0" smtClean="0"/>
            </a:br>
            <a:r>
              <a:rPr lang="en-IN" dirty="0" smtClean="0"/>
              <a:t>✅ Feature Scaling</a:t>
            </a:r>
            <a:br>
              <a:rPr lang="en-IN" dirty="0" smtClean="0"/>
            </a:br>
            <a:r>
              <a:rPr lang="en-IN" dirty="0" smtClean="0"/>
              <a:t>✅ Train-Test Splitting</a:t>
            </a:r>
          </a:p>
          <a:p>
            <a:pPr marL="0" indent="0">
              <a:buNone/>
            </a:pPr>
            <a:r>
              <a:rPr lang="en-IN" dirty="0" smtClean="0"/>
              <a:t>                   </a:t>
            </a:r>
          </a:p>
          <a:p>
            <a:pPr marL="0" indent="0">
              <a:buNone/>
            </a:pPr>
            <a:endParaRPr lang="en-IN" dirty="0" smtClean="0"/>
          </a:p>
          <a:p>
            <a:endParaRPr lang="en-IN" dirty="0"/>
          </a:p>
        </p:txBody>
      </p:sp>
    </p:spTree>
    <p:extLst>
      <p:ext uri="{BB962C8B-B14F-4D97-AF65-F5344CB8AC3E}">
        <p14:creationId xmlns:p14="http://schemas.microsoft.com/office/powerpoint/2010/main" val="3669403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EXPLORATORY DATA ANALYSIS</a:t>
            </a:r>
            <a:endParaRPr lang="en-IN" dirty="0"/>
          </a:p>
        </p:txBody>
      </p:sp>
      <p:sp>
        <p:nvSpPr>
          <p:cNvPr id="3" name="Content Placeholder 2"/>
          <p:cNvSpPr>
            <a:spLocks noGrp="1"/>
          </p:cNvSpPr>
          <p:nvPr>
            <p:ph idx="1"/>
          </p:nvPr>
        </p:nvSpPr>
        <p:spPr>
          <a:xfrm>
            <a:off x="4716016" y="1600201"/>
            <a:ext cx="3970784" cy="4133056"/>
          </a:xfrm>
        </p:spPr>
        <p:txBody>
          <a:bodyPr>
            <a:normAutofit/>
          </a:bodyPr>
          <a:lstStyle/>
          <a:p>
            <a:r>
              <a:rPr lang="en-US" dirty="0" smtClean="0"/>
              <a:t>Price distribution analysis </a:t>
            </a:r>
          </a:p>
          <a:p>
            <a:r>
              <a:rPr lang="en-US" dirty="0" smtClean="0"/>
              <a:t>Area vs Price relationship </a:t>
            </a:r>
          </a:p>
          <a:p>
            <a:r>
              <a:rPr lang="en-US" dirty="0" smtClean="0"/>
              <a:t>Bedrooms vs Price analysis </a:t>
            </a:r>
          </a:p>
          <a:p>
            <a:r>
              <a:rPr lang="en-US" dirty="0" smtClean="0"/>
              <a:t>Correlation analysis </a:t>
            </a:r>
          </a:p>
          <a:p>
            <a:r>
              <a:rPr lang="en-US" dirty="0" smtClean="0"/>
              <a:t>Feature relationship analysis </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628800"/>
            <a:ext cx="3982020" cy="4005064"/>
          </a:xfrm>
          <a:prstGeom prst="rect">
            <a:avLst/>
          </a:prstGeom>
        </p:spPr>
      </p:pic>
    </p:spTree>
    <p:extLst>
      <p:ext uri="{BB962C8B-B14F-4D97-AF65-F5344CB8AC3E}">
        <p14:creationId xmlns:p14="http://schemas.microsoft.com/office/powerpoint/2010/main" val="82712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CORRELATION HEATMAP</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412776"/>
            <a:ext cx="7484300" cy="5289451"/>
          </a:xfrm>
        </p:spPr>
      </p:pic>
    </p:spTree>
    <p:extLst>
      <p:ext uri="{BB962C8B-B14F-4D97-AF65-F5344CB8AC3E}">
        <p14:creationId xmlns:p14="http://schemas.microsoft.com/office/powerpoint/2010/main" val="2255317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MACHINE LEARNING MODELS</a:t>
            </a:r>
            <a:endParaRPr lang="en-IN" dirty="0"/>
          </a:p>
        </p:txBody>
      </p:sp>
      <p:sp>
        <p:nvSpPr>
          <p:cNvPr id="3" name="Content Placeholder 2"/>
          <p:cNvSpPr>
            <a:spLocks noGrp="1"/>
          </p:cNvSpPr>
          <p:nvPr>
            <p:ph idx="1"/>
          </p:nvPr>
        </p:nvSpPr>
        <p:spPr>
          <a:xfrm>
            <a:off x="5148064" y="1484784"/>
            <a:ext cx="3610744" cy="2808312"/>
          </a:xfrm>
        </p:spPr>
        <p:txBody>
          <a:bodyPr/>
          <a:lstStyle/>
          <a:p>
            <a:r>
              <a:rPr lang="en-IN" dirty="0" smtClean="0"/>
              <a:t>Linear Regression</a:t>
            </a:r>
          </a:p>
          <a:p>
            <a:r>
              <a:rPr lang="en-IN" dirty="0" smtClean="0"/>
              <a:t> Decision Tree Regressor</a:t>
            </a:r>
          </a:p>
          <a:p>
            <a:r>
              <a:rPr lang="en-IN" dirty="0" smtClean="0"/>
              <a:t> Random Forest Regressor</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418939"/>
            <a:ext cx="4612769" cy="3061875"/>
          </a:xfrm>
          <a:prstGeom prst="rect">
            <a:avLst/>
          </a:prstGeom>
        </p:spPr>
      </p:pic>
    </p:spTree>
    <p:extLst>
      <p:ext uri="{BB962C8B-B14F-4D97-AF65-F5344CB8AC3E}">
        <p14:creationId xmlns:p14="http://schemas.microsoft.com/office/powerpoint/2010/main" val="321369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499176" cy="634082"/>
          </a:xfrm>
        </p:spPr>
        <p:txBody>
          <a:bodyPr>
            <a:normAutofit fontScale="90000"/>
          </a:bodyPr>
          <a:lstStyle/>
          <a:p>
            <a:r>
              <a:rPr lang="en-IN" b="1" dirty="0" smtClean="0"/>
              <a:t>Proposed Solution:</a:t>
            </a:r>
            <a:br>
              <a:rPr lang="en-IN" b="1" dirty="0" smtClean="0"/>
            </a:br>
            <a:endParaRPr lang="en-IN" dirty="0"/>
          </a:p>
        </p:txBody>
      </p:sp>
      <p:sp>
        <p:nvSpPr>
          <p:cNvPr id="3" name="Content Placeholder 2"/>
          <p:cNvSpPr>
            <a:spLocks noGrp="1"/>
          </p:cNvSpPr>
          <p:nvPr>
            <p:ph idx="1"/>
          </p:nvPr>
        </p:nvSpPr>
        <p:spPr>
          <a:xfrm>
            <a:off x="457200" y="980729"/>
            <a:ext cx="8003232" cy="1440160"/>
          </a:xfrm>
        </p:spPr>
        <p:txBody>
          <a:bodyPr>
            <a:normAutofit/>
          </a:bodyPr>
          <a:lstStyle/>
          <a:p>
            <a:r>
              <a:rPr lang="en-US" dirty="0" smtClean="0"/>
              <a:t>Develop a Machine Learning system that predicts property prices automatically using historical real estate data.</a:t>
            </a:r>
          </a:p>
          <a:p>
            <a:endParaRPr lang="en-IN" dirty="0"/>
          </a:p>
        </p:txBody>
      </p:sp>
      <p:sp>
        <p:nvSpPr>
          <p:cNvPr id="4" name="Rectangle 3"/>
          <p:cNvSpPr/>
          <p:nvPr/>
        </p:nvSpPr>
        <p:spPr>
          <a:xfrm>
            <a:off x="171859" y="2281249"/>
            <a:ext cx="4385652" cy="403244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4744995" y="2421924"/>
            <a:ext cx="3859453" cy="424743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3149724"/>
            <a:ext cx="3805151" cy="2295499"/>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5154" y="2514685"/>
            <a:ext cx="3078187" cy="3988869"/>
          </a:xfrm>
          <a:prstGeom prst="rect">
            <a:avLst/>
          </a:prstGeom>
        </p:spPr>
      </p:pic>
    </p:spTree>
    <p:extLst>
      <p:ext uri="{BB962C8B-B14F-4D97-AF65-F5344CB8AC3E}">
        <p14:creationId xmlns:p14="http://schemas.microsoft.com/office/powerpoint/2010/main" val="884325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1560" y="620688"/>
            <a:ext cx="7876356" cy="4215368"/>
          </a:xfrm>
        </p:spPr>
        <p:txBody>
          <a:bodyPr/>
          <a:lstStyle/>
          <a:p>
            <a:r>
              <a:rPr lang="en-US" dirty="0"/>
              <a:t> You can now view your Streamlit app in your browser.</a:t>
            </a:r>
            <a:br>
              <a:rPr lang="en-US" dirty="0"/>
            </a:br>
            <a:r>
              <a:rPr lang="en-US" dirty="0"/>
              <a:t/>
            </a:r>
            <a:br>
              <a:rPr lang="en-US" dirty="0"/>
            </a:br>
            <a:r>
              <a:rPr lang="en-US" dirty="0"/>
              <a:t>  Local URL: http://localhost:8501</a:t>
            </a:r>
            <a:br>
              <a:rPr lang="en-US" dirty="0"/>
            </a:br>
            <a:r>
              <a:rPr lang="en-US" dirty="0"/>
              <a:t>  Network URL: http://192.168.31.52:8501</a:t>
            </a:r>
            <a:endParaRPr lang="en-IN" dirty="0"/>
          </a:p>
        </p:txBody>
      </p:sp>
    </p:spTree>
    <p:extLst>
      <p:ext uri="{BB962C8B-B14F-4D97-AF65-F5344CB8AC3E}">
        <p14:creationId xmlns:p14="http://schemas.microsoft.com/office/powerpoint/2010/main" val="3440239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CONCLUSION</a:t>
            </a:r>
            <a:endParaRPr lang="en-US" b="1" dirty="0"/>
          </a:p>
        </p:txBody>
      </p:sp>
      <p:sp>
        <p:nvSpPr>
          <p:cNvPr id="7" name="Rectangle 6"/>
          <p:cNvSpPr/>
          <p:nvPr/>
        </p:nvSpPr>
        <p:spPr>
          <a:xfrm>
            <a:off x="539552" y="1484785"/>
            <a:ext cx="8280920" cy="646331"/>
          </a:xfrm>
          <a:prstGeom prst="rect">
            <a:avLst/>
          </a:prstGeom>
        </p:spPr>
        <p:txBody>
          <a:bodyPr wrap="square">
            <a:spAutoFit/>
          </a:bodyPr>
          <a:lstStyle/>
          <a:p>
            <a:r>
              <a:rPr lang="en-US" dirty="0" smtClean="0"/>
              <a:t>This project demonstrates how Machine Learning can help predict property prices efficiently using historical real estate data.</a:t>
            </a:r>
            <a:endParaRPr lang="en-US" dirty="0"/>
          </a:p>
        </p:txBody>
      </p:sp>
    </p:spTree>
    <p:extLst>
      <p:ext uri="{BB962C8B-B14F-4D97-AF65-F5344CB8AC3E}">
        <p14:creationId xmlns:p14="http://schemas.microsoft.com/office/powerpoint/2010/main" val="230933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THANK YOU </a:t>
            </a:r>
            <a:endParaRPr lang="en-IN" dirty="0"/>
          </a:p>
        </p:txBody>
      </p:sp>
    </p:spTree>
    <p:extLst>
      <p:ext uri="{BB962C8B-B14F-4D97-AF65-F5344CB8AC3E}">
        <p14:creationId xmlns:p14="http://schemas.microsoft.com/office/powerpoint/2010/main" val="60378393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69</TotalTime>
  <Words>251</Words>
  <Application>Microsoft Office PowerPoint</Application>
  <PresentationFormat>On-screen Show (4:3)</PresentationFormat>
  <Paragraphs>44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Angles</vt:lpstr>
      <vt:lpstr> 🏠 PROPERTY PRICE PREDICTION USING MACHINE LEARNING</vt:lpstr>
      <vt:lpstr>INTRODUCTION</vt:lpstr>
      <vt:lpstr>PROBLEM STATEMENT</vt:lpstr>
      <vt:lpstr>OBJECTIVES</vt:lpstr>
      <vt:lpstr>DATASET INFORMATION</vt:lpstr>
      <vt:lpstr>TECHNOLOGIES USED</vt:lpstr>
      <vt:lpstr>DATA PREPROCESSING </vt:lpstr>
      <vt:lpstr>EXPLORATORY DATA ANALYSIS</vt:lpstr>
      <vt:lpstr>CORRELATION HEATMAP</vt:lpstr>
      <vt:lpstr>MACHINE LEARNING MODELS</vt:lpstr>
      <vt:lpstr>Proposed Solution: </vt:lpstr>
      <vt:lpstr> You can now view your Streamlit app in your browser.    Local URL: http://localhost:8501   Network URL: http://192.168.31.52:8501</vt:lpstr>
      <vt:lpstr>CONCLUSION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PROPERTY PRICE PREDICTION USING MACHINE LEARNING</dc:title>
  <dc:creator>Sayali</dc:creator>
  <cp:lastModifiedBy>Sayali</cp:lastModifiedBy>
  <cp:revision>6</cp:revision>
  <dcterms:created xsi:type="dcterms:W3CDTF">2026-05-24T15:29:20Z</dcterms:created>
  <dcterms:modified xsi:type="dcterms:W3CDTF">2026-05-24T16:39:06Z</dcterms:modified>
</cp:coreProperties>
</file>